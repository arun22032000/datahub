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INTELLICLONE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31272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Masking &amp; Demo Data Generation Platform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SQL Server  ·  CSV  ·  Ollama LLaMA 3  ·  Snowflake Cortex  ·  Streamlit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084064"/>
            <a:ext cx="82296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A2C8"/>
                </a:solidFill>
              </a:rPr>
              <a:t>CONFIDENTIAL — INTERNAL DEMO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INTELLICLONE?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two powerful modes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7033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6F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47548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38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33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Mode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production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PII columns with AI + regex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25786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* masking preserves data shape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2369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before any data is changed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" y="38953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masked CSV, ZIP, or clone to DB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1078992"/>
            <a:ext cx="4160520" cy="3703320"/>
          </a:xfrm>
          <a:prstGeom prst="rect">
            <a:avLst/>
          </a:prstGeom>
          <a:solidFill>
            <a:srgbClr val="0D1F3C"/>
          </a:solidFill>
          <a:ln w="19050">
            <a:solidFill>
              <a:srgbClr val="00B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078992"/>
            <a:ext cx="4160520" cy="47548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3385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133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Mode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65192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synthetic datasets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65192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each column to best Faker method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65192" y="25786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original data types, ranges &amp; formats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65192" y="32369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row count control (default = original)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65192" y="38953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or append to existing data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connection to export in four guided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115568"/>
            <a:ext cx="896112" cy="896112"/>
          </a:xfrm>
          <a:prstGeom prst="ellipse">
            <a:avLst/>
          </a:prstGeom>
          <a:solidFill>
            <a:srgbClr val="0D1F3C"/>
          </a:solidFill>
          <a:ln w="25400">
            <a:solidFill>
              <a:srgbClr val="1A6F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22529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" y="1024128"/>
            <a:ext cx="347472" cy="347472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603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2487168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SQL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CSV Upload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83664" y="1527048"/>
            <a:ext cx="182880" cy="54864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14016" y="1115568"/>
            <a:ext cx="896112" cy="896112"/>
          </a:xfrm>
          <a:prstGeom prst="ellipse">
            <a:avLst/>
          </a:prstGeom>
          <a:solidFill>
            <a:srgbClr val="0D1F3C"/>
          </a:solidFill>
          <a:ln w="25400">
            <a:solidFill>
              <a:srgbClr val="00BFC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225296"/>
            <a:ext cx="658368" cy="658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14016" y="1024128"/>
            <a:ext cx="347472" cy="347472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1401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99339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Tables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993392" y="2487168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grid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/ Deselect All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21024" y="1527048"/>
            <a:ext cx="182880" cy="54864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51376" y="1115568"/>
            <a:ext cx="896112" cy="896112"/>
          </a:xfrm>
          <a:prstGeom prst="ellipse">
            <a:avLst/>
          </a:prstGeom>
          <a:solidFill>
            <a:srgbClr val="0D1F3C"/>
          </a:solidFill>
          <a:ln w="25400">
            <a:solidFill>
              <a:srgbClr val="4AAE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225296"/>
            <a:ext cx="658368" cy="6583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151376" y="1024128"/>
            <a:ext cx="347472" cy="347472"/>
          </a:xfrm>
          <a:prstGeom prst="rect">
            <a:avLst/>
          </a:prstGeom>
          <a:solidFill>
            <a:srgbClr val="4AAEFF"/>
          </a:solidFill>
          <a:ln w="12700">
            <a:solidFill>
              <a:srgbClr val="4AAE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5137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73075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or Map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730752" y="2487168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PII Detection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Demo Data mapping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358384" y="1527048"/>
            <a:ext cx="182880" cy="54864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888736" y="1115568"/>
            <a:ext cx="896112" cy="896112"/>
          </a:xfrm>
          <a:prstGeom prst="ellipse">
            <a:avLst/>
          </a:prstGeom>
          <a:solidFill>
            <a:srgbClr val="0D1F3C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1225296"/>
            <a:ext cx="658368" cy="6583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888736" y="1024128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88873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6811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68112" y="2487168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PII columns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Faker mappings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095744" y="1527048"/>
            <a:ext cx="182880" cy="54864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626096" y="1115568"/>
            <a:ext cx="896112" cy="896112"/>
          </a:xfrm>
          <a:prstGeom prst="ellipse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225296"/>
            <a:ext cx="658368" cy="6583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626096" y="1024128"/>
            <a:ext cx="34747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62609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20547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205472" y="2487168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ZIP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Clone Database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20040" y="3291840"/>
            <a:ext cx="8503920" cy="150876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486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FROM STEP 2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57200" y="3730752"/>
            <a:ext cx="54864" cy="38404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21792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Fetch &amp; Detect PII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21792" y="3931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→ AI detects PII columns → user reviews multiselect → Apply Masking → Export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457200" y="4242816"/>
            <a:ext cx="54864" cy="38404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1792" y="4261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Fetch &amp; Generate Demo Data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21792" y="44439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→ AI maps columns to Faker methods → user reviews mappings &amp; row counts → Generate → Export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any source — access controlled by login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663440" cy="1115568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64008" cy="1115568"/>
          </a:xfrm>
          <a:prstGeom prst="rect">
            <a:avLst/>
          </a:prstGeom>
          <a:solidFill>
            <a:srgbClr val="4AAEFF"/>
          </a:solidFill>
          <a:ln w="12700">
            <a:solidFill>
              <a:srgbClr val="4AAE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704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5179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connector with liveness check &amp; auto-reconnect on token expiry. Supports Cortex AI.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313432"/>
            <a:ext cx="4663440" cy="1115568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313432"/>
            <a:ext cx="64008" cy="111556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176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404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Azure SQL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75234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Azure-safe connection with Encrypt=yes. Raw pyodbc autocommit for CREATE DATABASE.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547872"/>
            <a:ext cx="4663440" cy="1115568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54787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6393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398678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 with configurable delimiter and encoding. Data preserved across reruns.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66360" y="1078992"/>
            <a:ext cx="3657600" cy="3703320"/>
          </a:xfrm>
          <a:prstGeom prst="rect">
            <a:avLst/>
          </a:prstGeom>
          <a:solidFill>
            <a:srgbClr val="0D1F3C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66360" y="1078992"/>
            <a:ext cx="3657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13385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24144" y="1133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303520" y="1664208"/>
            <a:ext cx="3383280" cy="640080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773936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79008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Gate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779008" y="19385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page before any app content. Session cleared on logout.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303520" y="2414016"/>
            <a:ext cx="3383280" cy="640080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52374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779008" y="2468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779008" y="26883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hashes. Compared with hmac.compare_digest.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303520" y="3163824"/>
            <a:ext cx="3383280" cy="640080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27355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779008" y="3218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Labels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779008" y="34381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Data Analyst, Viewer roles displayed in sidebar.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03520" y="3913632"/>
            <a:ext cx="3383280" cy="640080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4023360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779008" y="39684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st.stop() Gate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779008" y="41879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 unreachable without auth — no routes bypassed.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engines — choose based on your infrastructure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749040"/>
          </a:xfrm>
          <a:prstGeom prst="rect">
            <a:avLst/>
          </a:prstGeom>
          <a:solidFill>
            <a:srgbClr val="0D1F3C"/>
          </a:solidFill>
          <a:ln w="19050">
            <a:solidFill>
              <a:srgbClr val="1A6F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457200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47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24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3320" y="1170432"/>
            <a:ext cx="685800" cy="256032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1170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4632" y="16642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locally — no data leaves the network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632" y="22860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URL, model name &amp; timeout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4632" y="29077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column processing with auto-retry (2×) on timeout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" y="35295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data source (Snowflake, SQL Server, CSV)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4632" y="415137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both PII detection and Demo Data mapping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078992"/>
            <a:ext cx="4160520" cy="3749040"/>
          </a:xfrm>
          <a:prstGeom prst="rect">
            <a:avLst/>
          </a:prstGeom>
          <a:solidFill>
            <a:srgbClr val="0D1F3C"/>
          </a:solidFill>
          <a:ln w="19050">
            <a:solidFill>
              <a:srgbClr val="00B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078992"/>
            <a:ext cx="4160520" cy="457200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2471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1124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138160" y="1170432"/>
            <a:ext cx="685800" cy="256032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38160" y="1170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919472" y="16642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SNOWFLAKE.CORTEX.COMPLETE() SQL function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19472" y="22860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mistral-large2, llama3.1-70b, llama3.1-8b, arctic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19472" y="29077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Auto-uses Snowflake connection when data source is Snowflake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919472" y="35295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Cortex credentials for CSV / SQL Server sources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919472" y="415137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both PII detection and Demo Data mapping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187952" y="2606040"/>
            <a:ext cx="493776" cy="493776"/>
          </a:xfrm>
          <a:prstGeom prst="ellipse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187952" y="2606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data that matches original data shape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2697480" cy="3767328"/>
          </a:xfrm>
          <a:prstGeom prst="rect">
            <a:avLst/>
          </a:prstGeom>
          <a:solidFill>
            <a:srgbClr val="0D1F3C"/>
          </a:solidFill>
          <a:ln w="19050">
            <a:solidFill>
              <a:srgbClr val="00B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2697480" cy="457200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24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124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Column Mapping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664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column names + 5 sample values to AI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23774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column to best Faker provider method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8912" y="30906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Faker method exists before applying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8912" y="380390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keyword matching if AI unavailable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72968" y="1078992"/>
            <a:ext cx="2697480" cy="3767328"/>
          </a:xfrm>
          <a:prstGeom prst="rect">
            <a:avLst/>
          </a:prstGeom>
          <a:solidFill>
            <a:srgbClr val="0D1F3C"/>
          </a:solidFill>
          <a:ln w="19050">
            <a:solidFill>
              <a:srgbClr val="1A6F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72968" y="1078992"/>
            <a:ext cx="2697480" cy="457200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12471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9896" y="1124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Value Generation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19272" y="1664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enum/categorical columns automatically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19272" y="23774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Range-aware int/float from actual min–max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19272" y="30906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strings formatted to match original pattern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19272" y="380390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columns injected at original null rate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53328" y="1078992"/>
            <a:ext cx="2697480" cy="3767328"/>
          </a:xfrm>
          <a:prstGeom prst="rect">
            <a:avLst/>
          </a:prstGeom>
          <a:solidFill>
            <a:srgbClr val="0D1F3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53328" y="1078992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2471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0256" y="1124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Control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99632" y="1664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override every column mapping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199632" y="23774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row count (default = original rows)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199632" y="30906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mode or Append mode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199632" y="380390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 20 rows before exporting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48737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name · email · phone · SSN · address · city · state_abbr · zipcode · company · date · credit_card · iban · uuid4 · job · latitude · boolean · random_int · pyfloat · and 15+ more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&amp; EXPORT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masking preserves data shape — flexible export for every use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38404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115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→ Masked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406908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9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 chars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4996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99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  →  ****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901952"/>
            <a:ext cx="4069080" cy="420624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38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chars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19385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+ *** + last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9385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john@x.co  →  j*******o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406908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chars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3774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+ *** + last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377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john@email.com  →  jo**********om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79776"/>
            <a:ext cx="4069080" cy="420624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chars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28163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+ *** + last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816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555-867-5309  →  55*******09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10128"/>
            <a:ext cx="406908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56432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32688" y="3364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partial masking?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32688" y="363931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 characters preserved so developers recognise data type without exposing sensitive content.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1078992"/>
            <a:ext cx="4206240" cy="1143000"/>
          </a:xfrm>
          <a:prstGeom prst="rect">
            <a:avLst/>
          </a:prstGeom>
          <a:solidFill>
            <a:srgbClr val="0D1F3C"/>
          </a:solidFill>
          <a:ln w="15240">
            <a:solidFill>
              <a:srgbClr val="1A6F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17720" y="1078992"/>
            <a:ext cx="64008" cy="1143000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426464"/>
            <a:ext cx="384048" cy="38404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57800" y="1170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CSVs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257800" y="1481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download button per table. Instant, no server processing.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617720" y="2340864"/>
            <a:ext cx="4206240" cy="1143000"/>
          </a:xfrm>
          <a:prstGeom prst="rect">
            <a:avLst/>
          </a:prstGeom>
          <a:solidFill>
            <a:srgbClr val="0D1F3C"/>
          </a:solidFill>
          <a:ln w="15240">
            <a:solidFill>
              <a:srgbClr val="00B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617720" y="2340864"/>
            <a:ext cx="64008" cy="1143000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688336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257800" y="24323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257800" y="27432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in one ZIP. Built in-memory with Python zipfile.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617720" y="3602736"/>
            <a:ext cx="4206240" cy="1143000"/>
          </a:xfrm>
          <a:prstGeom prst="rect">
            <a:avLst/>
          </a:prstGeom>
          <a:solidFill>
            <a:srgbClr val="0D1F3C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617720" y="3602736"/>
            <a:ext cx="64008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950208"/>
            <a:ext cx="384048" cy="38404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57800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to Database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5257800" y="4005072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DB/schema on same server. Snowflake: write_pandas. SQL Server: autocommit CREATE DATABASE + to_sql.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617720" y="4864608"/>
            <a:ext cx="4206240" cy="201168"/>
          </a:xfrm>
          <a:prstGeom prst="rect">
            <a:avLst/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663440" y="4873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header and file prefix auto-adapt: 'Masked Data' or 'Demo Data' based on last action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components — all open source or native cloud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64008" cy="1143000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264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4813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inference. Batched processing with timeout retry. Also used for Faker column mapping.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" y="2340864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2340864"/>
            <a:ext cx="64008" cy="1143000"/>
          </a:xfrm>
          <a:prstGeom prst="rect">
            <a:avLst/>
          </a:prstGeom>
          <a:solidFill>
            <a:srgbClr val="4AAEFF"/>
          </a:solidFill>
          <a:ln w="12700">
            <a:solidFill>
              <a:srgbClr val="4AAE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6883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Connector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connector with liveness check, auto-reconnect on token expiry (error 390114).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92608" y="3602736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2608" y="3602736"/>
            <a:ext cx="64008" cy="1143000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9502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pyodbc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40050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via Encrypt=yes. Raw pyodbc autocommit=True for CREATE DATABASE to avoid transaction error.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90872" y="1078992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90872" y="1078992"/>
            <a:ext cx="64008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2646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04104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Library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04104" y="14813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Profile-aware generation: enum detection, date format matching, range-bounded numerics, nullable injection.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90872" y="2340864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90872" y="2340864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88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04104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SQLAlchemy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04104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masking pipeline, bulk CSV/ZIP export, to_sql write-back, write_pandas for Snowflake.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90872" y="3602736"/>
            <a:ext cx="41605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90872" y="3602736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50208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04104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Auth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04104" y="40050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 passwords, hmac.compare_digest, session-based auth gate with st.stop(), role labels.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6FD9"/>
          </a:solidFill>
          <a:ln w="12700">
            <a:solidFill>
              <a:srgbClr val="1A6F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45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130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381304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47088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1304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36976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813048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26864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813048"/>
            <a:ext cx="384048" cy="3840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16752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813048"/>
            <a:ext cx="384048" cy="3840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06640" y="4261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ZIP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DB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IntelliClone — Demo</dc:title>
  <dc:subject>PptxGenJS Presentation</dc:subject>
  <dc:creator>PptxGenJS</dc:creator>
  <cp:lastModifiedBy>PptxGenJS</cp:lastModifiedBy>
  <cp:revision>1</cp:revision>
  <dcterms:created xsi:type="dcterms:W3CDTF">2026-03-17T19:14:38Z</dcterms:created>
  <dcterms:modified xsi:type="dcterms:W3CDTF">2026-03-17T19:14:38Z</dcterms:modified>
</cp:coreProperties>
</file>